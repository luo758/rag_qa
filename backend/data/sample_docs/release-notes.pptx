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版本发布说明 v2.4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 年 9 月发布</a:t>
            </a:r>
          </a:p>
          <a:p>
            <a:r>
              <a:t>新增多知识库检索、流式回答和文档引用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兼容性变更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旧版 /v1/chat 接口将在 2027-01-01 下线</a:t>
            </a:r>
          </a:p>
          <a:p>
            <a:r>
              <a:t>请迁移到 /v2/chat 流式接口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故障排查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如果检索结果为空：检查文档状态、知识库选择和向量索引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